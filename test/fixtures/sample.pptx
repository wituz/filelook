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71" r:id="rId5"/>
    <p:sldId id="265" r:id="rId6"/>
    <p:sldId id="261" r:id="rId7"/>
    <p:sldId id="260" r:id="rId8"/>
    <p:sldId id="259" r:id="rId9"/>
    <p:sldId id="258" r:id="rId10"/>
    <p:sldId id="263" r:id="rId11"/>
    <p:sldId id="266" r:id="rId12"/>
    <p:sldId id="267" r:id="rId13"/>
    <p:sldId id="268" r:id="rId14"/>
    <p:sldId id="257" r:id="rId15"/>
    <p:sldId id="280" r:id="rId16"/>
    <p:sldId id="272" r:id="rId17"/>
    <p:sldId id="279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7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8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9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Picture 5" descr="karate"/>
          <p:cNvPicPr>
            <a:picLocks noChangeAspect="1"/>
          </p:cNvPicPr>
          <p:nvPr/>
        </p:nvPicPr>
        <p:blipFill>
          <a:blip r:embed="rId1"/>
          <a:srcRect l="13959" r="14707"/>
          <a:stretch>
            <a:fillRect/>
          </a:stretch>
        </p:blipFill>
        <p:spPr>
          <a:xfrm>
            <a:off x="0" y="-383540"/>
            <a:ext cx="12192000" cy="7625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425" y="120650"/>
            <a:ext cx="10332085" cy="2387600"/>
          </a:xfrm>
        </p:spPr>
        <p:txBody>
          <a:bodyPr/>
          <a:p>
            <a:r>
              <a:rPr lang="" altLang="en-US" sz="4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Dynamic Difficulty Adjustment in 2D Games Using MAP-Elites</a:t>
            </a:r>
            <a:endParaRPr lang="" altLang="en-US" sz="4000" b="1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25475" y="212090"/>
            <a:ext cx="13628370" cy="1655445"/>
          </a:xfrm>
        </p:spPr>
        <p:txBody>
          <a:bodyPr/>
          <a:p>
            <a:r>
              <a:rPr lang="" altLang="en-US"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Anders Roed Kierkegaard &amp; Frederik Tejner Witte</a:t>
            </a:r>
            <a:endParaRPr lang="" altLang="en-US" sz="2800" b="1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42148"/>
            <a:ext cx="10972800" cy="1143000"/>
          </a:xfrm>
        </p:spPr>
        <p:txBody>
          <a:bodyPr/>
          <a:p>
            <a:r>
              <a:rPr lang="" altLang="en-US"/>
              <a:t>Problem defenition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85465"/>
            <a:ext cx="10972800" cy="3555365"/>
          </a:xfrm>
        </p:spPr>
        <p:txBody>
          <a:bodyPr/>
          <a:p>
            <a:pPr marL="0" indent="0" algn="ctr">
              <a:buNone/>
            </a:pPr>
            <a:r>
              <a:rPr lang="" altLang="en-US"/>
              <a:t>“How does players of verying level of skill, experience a game with an adaptive AI opponent that dynamically balances the difficulty”</a:t>
            </a:r>
            <a:endParaRPr lang="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3325" y="1910080"/>
            <a:ext cx="4523105" cy="45421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-8255" y="484505"/>
            <a:ext cx="12207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>
                <a:solidFill>
                  <a:schemeClr val="tx1"/>
                </a:solidFill>
              </a:rPr>
              <a:t>MAP-Elites</a:t>
            </a:r>
            <a:endParaRPr lang="en-US" altLang="en-US" sz="4800">
              <a:solidFill>
                <a:schemeClr val="tx1"/>
              </a:solidFill>
            </a:endParaRPr>
          </a:p>
        </p:txBody>
      </p:sp>
      <p:pic>
        <p:nvPicPr>
          <p:cNvPr id="6" name="Picture 5" descr="MAP-Eli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" y="2505710"/>
            <a:ext cx="7260590" cy="3350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2385695" y="1384300"/>
            <a:ext cx="742061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4400"/>
              <a:t>Simple sequence genome</a:t>
            </a:r>
            <a:endParaRPr lang="" altLang="en-US" sz="4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220" y="3745865"/>
            <a:ext cx="8162925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OnePointCrossov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80" y="3180080"/>
            <a:ext cx="4356100" cy="1885950"/>
          </a:xfrm>
          <a:prstGeom prst="rect">
            <a:avLst/>
          </a:prstGeom>
        </p:spPr>
      </p:pic>
      <p:pic>
        <p:nvPicPr>
          <p:cNvPr id="5" name="Picture 4" descr="TwoPointCrosso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55" y="3163570"/>
            <a:ext cx="4338320" cy="192024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548130" y="2364105"/>
            <a:ext cx="3939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sz="2800"/>
              <a:t>One-point crossover</a:t>
            </a:r>
            <a:endParaRPr lang="" altLang="en-US" sz="2800"/>
          </a:p>
        </p:txBody>
      </p:sp>
      <p:sp>
        <p:nvSpPr>
          <p:cNvPr id="7" name="Text Box 6"/>
          <p:cNvSpPr txBox="1"/>
          <p:nvPr/>
        </p:nvSpPr>
        <p:spPr>
          <a:xfrm>
            <a:off x="7435215" y="2364105"/>
            <a:ext cx="3939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sz="2800"/>
              <a:t>k</a:t>
            </a:r>
            <a:r>
              <a:rPr lang="en-US" altLang="en-US" sz="2800"/>
              <a:t>-point crossover</a:t>
            </a:r>
            <a:endParaRPr lang="en-US" altLang="en-US" sz="2800"/>
          </a:p>
        </p:txBody>
      </p:sp>
      <p:sp>
        <p:nvSpPr>
          <p:cNvPr id="8" name="Text Box 7"/>
          <p:cNvSpPr txBox="1"/>
          <p:nvPr/>
        </p:nvSpPr>
        <p:spPr>
          <a:xfrm>
            <a:off x="4441190" y="911225"/>
            <a:ext cx="3309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" altLang="en-US" sz="4800"/>
              <a:t>Crossover</a:t>
            </a:r>
            <a:endParaRPr lang="" altLang="en-US" sz="4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o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7465" y="-34925"/>
            <a:ext cx="12266930" cy="6927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216130" cy="689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290" y="-9525"/>
            <a:ext cx="12251055" cy="6918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150" y="3060065"/>
            <a:ext cx="8267700" cy="19526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107440" y="1139825"/>
            <a:ext cx="997648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4400"/>
              <a:t>Genome for grammatical evolution</a:t>
            </a:r>
            <a:endParaRPr lang="" altLang="en-US"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o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235" y="1721485"/>
            <a:ext cx="6047105" cy="3415030"/>
          </a:xfrm>
          <a:prstGeom prst="rect">
            <a:avLst/>
          </a:prstGeom>
        </p:spPr>
      </p:pic>
      <p:pic>
        <p:nvPicPr>
          <p:cNvPr id="5" name="Picture 4" descr="nn-sta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240" y="2553970"/>
            <a:ext cx="5408295" cy="17494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675" y="1762760"/>
            <a:ext cx="5901690" cy="3332480"/>
          </a:xfrm>
          <a:prstGeom prst="rect">
            <a:avLst/>
          </a:prstGeom>
        </p:spPr>
      </p:pic>
      <p:pic>
        <p:nvPicPr>
          <p:cNvPr id="6" name="Picture 5" descr="nn-goalmo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365" y="2468245"/>
            <a:ext cx="5852795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" y="1730375"/>
            <a:ext cx="6015990" cy="3397885"/>
          </a:xfrm>
          <a:prstGeom prst="rect">
            <a:avLst/>
          </a:prstGeom>
        </p:spPr>
      </p:pic>
      <p:pic>
        <p:nvPicPr>
          <p:cNvPr id="5" name="Picture 4" descr="nn-goalmove-monstermo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35" y="1266190"/>
            <a:ext cx="5948045" cy="4516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o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7310" y="-41910"/>
            <a:ext cx="12284075" cy="6936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Game Design Theory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 altLang="en-US"/>
              <a:t>How to evaluate the quality of a game is an active field of research</a:t>
            </a:r>
            <a:br>
              <a:rPr lang="" altLang="en-US"/>
            </a:br>
            <a:br>
              <a:rPr lang="" altLang="en-US"/>
            </a:br>
            <a:endParaRPr lang="" altLang="en-US"/>
          </a:p>
          <a:p>
            <a:pPr marL="0" indent="0">
              <a:buNone/>
            </a:pPr>
            <a:r>
              <a:rPr lang="" altLang="en-US"/>
              <a:t>Engaging experiences as a sign of quality:</a:t>
            </a:r>
            <a:endParaRPr lang="" altLang="en-US"/>
          </a:p>
          <a:p>
            <a:r>
              <a:rPr lang="" altLang="en-US"/>
              <a:t>Flow theory</a:t>
            </a:r>
            <a:endParaRPr lang="" altLang="en-US"/>
          </a:p>
          <a:p>
            <a:r>
              <a:rPr lang="" altLang="en-US"/>
              <a:t>Player Experience of Need Satisfaction (PENS)</a:t>
            </a:r>
            <a:endParaRPr lang="" altLang="en-US"/>
          </a:p>
          <a:p>
            <a:r>
              <a:rPr lang="" altLang="en-US"/>
              <a:t>Immersive Experience Questionnaire (IEQ)</a:t>
            </a:r>
            <a:endParaRPr lang="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Finalizing Desert Ninja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2876550"/>
            <a:ext cx="10972800" cy="4525963"/>
          </a:xfrm>
        </p:spPr>
        <p:txBody>
          <a:bodyPr/>
          <a:p>
            <a:r>
              <a:rPr lang="" altLang="en-US"/>
              <a:t>Qualitative study</a:t>
            </a:r>
            <a:endParaRPr lang="" altLang="en-US"/>
          </a:p>
          <a:p>
            <a:r>
              <a:rPr lang="" altLang="en-US"/>
              <a:t>PENS-based</a:t>
            </a:r>
            <a:endParaRPr lang="" altLang="en-US"/>
          </a:p>
          <a:p>
            <a:pPr marL="0" indent="0">
              <a:buNone/>
            </a:pPr>
            <a:endParaRPr lang="" altLang="en-US"/>
          </a:p>
        </p:txBody>
      </p:sp>
      <p:pic>
        <p:nvPicPr>
          <p:cNvPr id="4" name="Picture 3" descr="qualitative_pilot_te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4985" y="1800860"/>
            <a:ext cx="7697470" cy="41255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out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9525"/>
            <a:ext cx="12211685" cy="689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Evolving the AI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6450" y="2176780"/>
            <a:ext cx="10972800" cy="4525963"/>
          </a:xfrm>
        </p:spPr>
        <p:txBody>
          <a:bodyPr/>
          <a:p>
            <a:r>
              <a:rPr lang="" altLang="en-US"/>
              <a:t>Performance range</a:t>
            </a:r>
            <a:endParaRPr lang="" altLang="en-US"/>
          </a:p>
          <a:p>
            <a:r>
              <a:rPr lang="" altLang="en-US"/>
              <a:t>5 second input</a:t>
            </a:r>
            <a:endParaRPr lang="" altLang="en-US"/>
          </a:p>
          <a:p>
            <a:r>
              <a:rPr lang="" altLang="en-US"/>
              <a:t>Matchmaking</a:t>
            </a:r>
            <a:endParaRPr lang="" altLang="en-US"/>
          </a:p>
          <a:p>
            <a:r>
              <a:rPr lang="" altLang="en-US"/>
              <a:t>Evolving diverse opponents</a:t>
            </a:r>
            <a:endParaRPr lang="" altLang="en-US"/>
          </a:p>
          <a:p>
            <a:r>
              <a:rPr lang="" altLang="en-US"/>
              <a:t>Win-rate benchmark</a:t>
            </a:r>
            <a:endParaRPr lang="" altLang="en-US"/>
          </a:p>
        </p:txBody>
      </p:sp>
      <p:pic>
        <p:nvPicPr>
          <p:cNvPr id="5" name="Picture 4" descr="winrat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2062480"/>
            <a:ext cx="5091430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84288"/>
            <a:ext cx="10972800" cy="1143000"/>
          </a:xfrm>
        </p:spPr>
        <p:txBody>
          <a:bodyPr/>
          <a:p>
            <a:r>
              <a:rPr lang="" altLang="en-US"/>
              <a:t>Adaptive AI Impact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09850"/>
            <a:ext cx="10972800" cy="4525963"/>
          </a:xfrm>
        </p:spPr>
        <p:txBody>
          <a:bodyPr/>
          <a:p>
            <a:r>
              <a:rPr lang="" altLang="en-US"/>
              <a:t>2 gamemodes (non-adaptive/adaptive)</a:t>
            </a:r>
            <a:endParaRPr lang="" altLang="en-US"/>
          </a:p>
          <a:p>
            <a:r>
              <a:rPr lang="" altLang="en-US"/>
              <a:t>Between-group study</a:t>
            </a:r>
            <a:endParaRPr lang="" altLang="en-US"/>
          </a:p>
          <a:p>
            <a:r>
              <a:rPr lang="" altLang="en-US"/>
              <a:t>Unique participants</a:t>
            </a:r>
            <a:endParaRPr lang="" altLang="en-US"/>
          </a:p>
          <a:p>
            <a:r>
              <a:rPr lang="" altLang="en-US"/>
              <a:t>10 rounds before questionnarie</a:t>
            </a:r>
            <a:endParaRPr lang="" altLang="en-US"/>
          </a:p>
          <a:p>
            <a:r>
              <a:rPr lang="" altLang="en-US"/>
              <a:t>Immersion scores</a:t>
            </a:r>
            <a:endParaRPr lang="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12888"/>
            <a:ext cx="10972800" cy="1143000"/>
          </a:xfrm>
        </p:spPr>
        <p:txBody>
          <a:bodyPr/>
          <a:p>
            <a:r>
              <a:rPr lang="" altLang="en-US"/>
              <a:t>Experimental Results</a:t>
            </a:r>
            <a:endParaRPr lang="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545" y="2802890"/>
            <a:ext cx="11031855" cy="23139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Discussion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8900" y="1727200"/>
            <a:ext cx="5468620" cy="4526280"/>
          </a:xfrm>
        </p:spPr>
        <p:txBody>
          <a:bodyPr/>
          <a:p>
            <a:r>
              <a:rPr lang="" altLang="en-US"/>
              <a:t>Future works</a:t>
            </a:r>
            <a:endParaRPr lang="" altLang="en-US"/>
          </a:p>
          <a:p>
            <a:pPr lvl="1"/>
            <a:r>
              <a:rPr lang="" altLang="en-US" sz="2800"/>
              <a:t>HyperNEAT</a:t>
            </a:r>
            <a:endParaRPr lang="" altLang="en-US" sz="2800"/>
          </a:p>
          <a:p>
            <a:pPr lvl="1"/>
            <a:r>
              <a:rPr lang="" altLang="en-US" sz="2800"/>
              <a:t>Real-time adapting AI</a:t>
            </a:r>
            <a:endParaRPr lang="" altLang="en-US"/>
          </a:p>
          <a:p>
            <a:pPr marL="0" indent="0">
              <a:buNone/>
            </a:pPr>
            <a:endParaRPr lang="" alt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736600" y="1727200"/>
            <a:ext cx="5468620" cy="452628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Other studies</a:t>
            </a:r>
            <a:endParaRPr lang="en-US" altLang="en-US"/>
          </a:p>
          <a:p>
            <a:r>
              <a:rPr lang="en-US" altLang="en-US"/>
              <a:t>Possibly biased results</a:t>
            </a:r>
            <a:endParaRPr lang="en-US" altLang="en-US"/>
          </a:p>
          <a:p>
            <a:pPr lvl="1"/>
            <a:r>
              <a:rPr lang="en-US" altLang="en-US" sz="2800"/>
              <a:t>Player preference</a:t>
            </a:r>
            <a:endParaRPr lang="en-US" altLang="en-US" sz="2800"/>
          </a:p>
          <a:p>
            <a:pPr lvl="1"/>
            <a:r>
              <a:rPr lang="en-US" altLang="en-US" sz="2800"/>
              <a:t>Participants are experienced gamers</a:t>
            </a:r>
            <a:endParaRPr lang="en-US" altLang="en-US" sz="2800"/>
          </a:p>
          <a:p>
            <a:pPr lvl="1"/>
            <a:r>
              <a:rPr lang="en-US" altLang="en-US"/>
              <a:t>Longer session time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Picture 5" descr="karate"/>
          <p:cNvPicPr>
            <a:picLocks noChangeAspect="1"/>
          </p:cNvPicPr>
          <p:nvPr/>
        </p:nvPicPr>
        <p:blipFill>
          <a:blip r:embed="rId1"/>
          <a:srcRect l="13959" r="14707"/>
          <a:stretch>
            <a:fillRect/>
          </a:stretch>
        </p:blipFill>
        <p:spPr>
          <a:xfrm>
            <a:off x="0" y="-383540"/>
            <a:ext cx="12192000" cy="7625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425" y="120650"/>
            <a:ext cx="10332085" cy="2387600"/>
          </a:xfrm>
        </p:spPr>
        <p:txBody>
          <a:bodyPr/>
          <a:p>
            <a:r>
              <a:rPr lang="" altLang="en-US" sz="4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  <a:endParaRPr lang="" altLang="en-US" sz="4000" b="1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WPS Presentation</Application>
  <PresentationFormat>Widescreen</PresentationFormat>
  <Paragraphs>68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DejaVu Sans</vt:lpstr>
      <vt:lpstr>Arial Unicode MS</vt:lpstr>
      <vt:lpstr>Calibri Light</vt:lpstr>
      <vt:lpstr>Calibri</vt:lpstr>
      <vt:lpstr>微软雅黑</vt:lpstr>
      <vt:lpstr>Droid Sans Fallback</vt:lpstr>
      <vt:lpstr>OpenSymbol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Dynamic Difficulty Adjustment in 2D Games Using MAP-Elites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Difficulty Adjustment in 2D Games Using MAP-Elites</dc:title>
  <dc:creator>wituz</dc:creator>
  <cp:lastModifiedBy>wituz</cp:lastModifiedBy>
  <cp:revision>3</cp:revision>
  <dcterms:created xsi:type="dcterms:W3CDTF">2019-05-26T10:00:16Z</dcterms:created>
  <dcterms:modified xsi:type="dcterms:W3CDTF">2019-05-26T10:00:16Z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1033-11.1.0.8392</vt:lpwstr>
  </property>
</Properties>
</file>